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0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Security threats and vulnerabilities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Written By :  Aqsa </a:t>
            </a:r>
            <a:r>
              <a:rPr lang="en-US" dirty="0" err="1" smtClean="0"/>
              <a:t>farooq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30050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9913" y="1113576"/>
            <a:ext cx="8709940" cy="51348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/>
              <a:t>                 </a:t>
            </a:r>
            <a:r>
              <a:rPr lang="en-US" sz="3600" b="1" dirty="0" smtClean="0"/>
              <a:t>What is Threat?</a:t>
            </a:r>
          </a:p>
          <a:p>
            <a:pPr marL="0" indent="0">
              <a:buNone/>
            </a:pPr>
            <a:r>
              <a:rPr lang="en-AU" dirty="0" smtClean="0"/>
              <a:t>                            (The danger itself)</a:t>
            </a:r>
          </a:p>
          <a:p>
            <a:pPr marL="0" indent="0">
              <a:buNone/>
            </a:pPr>
            <a:r>
              <a:rPr lang="en-US" b="1" dirty="0" smtClean="0"/>
              <a:t>Definition:</a:t>
            </a:r>
            <a:endParaRPr lang="en-AU" b="1" dirty="0" smtClean="0"/>
          </a:p>
          <a:p>
            <a:pPr marL="0" indent="0">
              <a:buNone/>
            </a:pPr>
            <a:r>
              <a:rPr lang="en-US" dirty="0" smtClean="0"/>
              <a:t> A threat is something that can harm a computer system or its information.</a:t>
            </a:r>
          </a:p>
          <a:p>
            <a:pPr marL="0" indent="0">
              <a:buNone/>
            </a:pPr>
            <a:r>
              <a:rPr lang="en-US" b="1" dirty="0" smtClean="0"/>
              <a:t>Example:</a:t>
            </a:r>
          </a:p>
          <a:p>
            <a:pPr marL="0" indent="0">
              <a:buNone/>
            </a:pPr>
            <a:r>
              <a:rPr lang="en-US" dirty="0" smtClean="0"/>
              <a:t>A hacker trying to steal students data is a threat.</a:t>
            </a:r>
          </a:p>
          <a:p>
            <a:pPr marL="0" indent="0">
              <a:buNone/>
            </a:pPr>
            <a:r>
              <a:rPr lang="en-US" dirty="0" smtClean="0"/>
              <a:t>Other examples: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Malware </a:t>
            </a:r>
            <a:endParaRPr lang="en-US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</a:t>
            </a:r>
            <a:r>
              <a:rPr lang="en-US" dirty="0"/>
              <a:t>phishing </a:t>
            </a:r>
            <a:endParaRPr lang="en-US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 smtClean="0"/>
              <a:t> Data </a:t>
            </a:r>
            <a:r>
              <a:rPr lang="en-US" dirty="0"/>
              <a:t>theft.</a:t>
            </a:r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11084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8888" y="1023042"/>
            <a:ext cx="11009014" cy="522535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smtClean="0"/>
              <a:t>               </a:t>
            </a:r>
            <a:r>
              <a:rPr lang="en-US" sz="3200" b="1" dirty="0" smtClean="0"/>
              <a:t>What  is Vulnerability?</a:t>
            </a:r>
            <a:endParaRPr lang="en-US" sz="3200" b="1" dirty="0"/>
          </a:p>
          <a:p>
            <a:pPr marL="0" indent="0">
              <a:buNone/>
            </a:pPr>
            <a:r>
              <a:rPr lang="en-US" dirty="0" smtClean="0"/>
              <a:t>                              (</a:t>
            </a:r>
            <a:r>
              <a:rPr lang="en-US" dirty="0"/>
              <a:t>The weakness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b="1" dirty="0" smtClean="0"/>
              <a:t>Definition: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A vulnerability is a weakness in a computer system that a hacker can use to cause harm.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</a:p>
          <a:p>
            <a:pPr marL="0" indent="0">
              <a:buNone/>
            </a:pPr>
            <a:r>
              <a:rPr lang="en-US" dirty="0"/>
              <a:t>A website has a very weak password this weak password is a vulnerability.</a:t>
            </a:r>
          </a:p>
          <a:p>
            <a:pPr marL="0" indent="0">
              <a:buNone/>
            </a:pPr>
            <a:r>
              <a:rPr lang="en-US" dirty="0"/>
              <a:t>   We usually cannot remove the threat — we cannot stop hackers from     existing.</a:t>
            </a:r>
          </a:p>
          <a:p>
            <a:pPr marL="0" indent="0">
              <a:buNone/>
            </a:pPr>
            <a:r>
              <a:rPr lang="en-US" dirty="0"/>
              <a:t>  We CAN remove the vulnerability — </a:t>
            </a:r>
            <a:r>
              <a:rPr lang="en-US" dirty="0" smtClean="0"/>
              <a:t>update </a:t>
            </a:r>
            <a:r>
              <a:rPr lang="en-US" dirty="0"/>
              <a:t>the software, train the user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2234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Who Are the </a:t>
            </a:r>
            <a:r>
              <a:rPr lang="en-AU" dirty="0" smtClean="0"/>
              <a:t>Attackers</a:t>
            </a:r>
            <a:r>
              <a:rPr lang="en-US" sz="4400" b="1" dirty="0" smtClean="0">
                <a:solidFill>
                  <a:srgbClr val="1421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 </a:t>
            </a:r>
            <a:r>
              <a:rPr lang="en-US" sz="4400" b="1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?</a:t>
            </a:r>
            <a:endParaRPr lang="en-AU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312752"/>
            <a:ext cx="8946541" cy="4935647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AU" b="1" dirty="0"/>
              <a:t>Script </a:t>
            </a:r>
            <a:r>
              <a:rPr lang="en-AU" b="1" dirty="0" smtClean="0"/>
              <a:t>kiddies</a:t>
            </a:r>
          </a:p>
          <a:p>
            <a:pPr marL="0" indent="0">
              <a:buNone/>
            </a:pPr>
            <a:r>
              <a:rPr lang="en-US" dirty="0"/>
              <a:t>Beginners using ready-made tools from the internet. They attack for fun or to show off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Insiders</a:t>
            </a:r>
          </a:p>
          <a:p>
            <a:pPr marL="0" indent="0">
              <a:buNone/>
            </a:pPr>
            <a:r>
              <a:rPr lang="en-US" dirty="0"/>
              <a:t>Employees or students with legitimate access who misuse it. The hardest threat to detect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State-sponsored</a:t>
            </a:r>
          </a:p>
          <a:p>
            <a:pPr marL="0" indent="0">
              <a:buNone/>
            </a:pPr>
            <a:r>
              <a:rPr lang="en-US" dirty="0"/>
              <a:t>Government-backed groups spying on other countries or critical systems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Criminal groups</a:t>
            </a:r>
          </a:p>
          <a:p>
            <a:pPr marL="0" indent="0">
              <a:buNone/>
            </a:pPr>
            <a:r>
              <a:rPr lang="en-US" dirty="0" smtClean="0"/>
              <a:t>Organized </a:t>
            </a:r>
            <a:r>
              <a:rPr lang="en-US" dirty="0"/>
              <a:t>and well funded. Their goal is money — </a:t>
            </a:r>
            <a:r>
              <a:rPr lang="en-US" dirty="0" err="1"/>
              <a:t>ransomware</a:t>
            </a:r>
            <a:r>
              <a:rPr lang="en-US" dirty="0"/>
              <a:t>, card fraud, selling data.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57119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The Malware Family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620" y="1367074"/>
            <a:ext cx="9606233" cy="534154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Malware </a:t>
            </a:r>
            <a:r>
              <a:rPr lang="en-US" dirty="0" smtClean="0"/>
              <a:t>: (malicious software) </a:t>
            </a:r>
          </a:p>
          <a:p>
            <a:pPr marL="0" indent="0">
              <a:buNone/>
            </a:pPr>
            <a:r>
              <a:rPr lang="en-US" dirty="0" smtClean="0"/>
              <a:t>Any </a:t>
            </a:r>
            <a:r>
              <a:rPr lang="en-US" dirty="0"/>
              <a:t>program written to harm a system or steal from </a:t>
            </a:r>
            <a:r>
              <a:rPr lang="en-US" dirty="0" smtClean="0"/>
              <a:t>it.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b="1" dirty="0" smtClean="0"/>
              <a:t>Virus:</a:t>
            </a:r>
          </a:p>
          <a:p>
            <a:pPr marL="0" indent="0">
              <a:buNone/>
            </a:pPr>
            <a:r>
              <a:rPr lang="en-US" dirty="0"/>
              <a:t>Attaches itself to a file. Spreads when the user opens that file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AU" b="1" dirty="0" smtClean="0"/>
              <a:t>Worm:</a:t>
            </a:r>
          </a:p>
          <a:p>
            <a:pPr marL="0" indent="0">
              <a:buNone/>
            </a:pPr>
            <a:r>
              <a:rPr lang="en-US" dirty="0"/>
              <a:t>Copies itself across the network on its own. No user action needed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err="1" smtClean="0"/>
              <a:t>Ransomware</a:t>
            </a:r>
            <a:r>
              <a:rPr lang="en-US" b="1" dirty="0" smtClean="0"/>
              <a:t>:</a:t>
            </a:r>
          </a:p>
          <a:p>
            <a:pPr marL="0" indent="0">
              <a:buNone/>
            </a:pPr>
            <a:r>
              <a:rPr lang="en-US" dirty="0"/>
              <a:t>Encrypts all your files and demands money for the key. Very common today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Trojan </a:t>
            </a:r>
            <a:r>
              <a:rPr lang="en-US" b="1" dirty="0" smtClean="0"/>
              <a:t>Horse: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Looks like a useful app (a game, a crack) but hides harmful code </a:t>
            </a:r>
            <a:r>
              <a:rPr lang="en-US" dirty="0" smtClean="0"/>
              <a:t>inside.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Spyware:</a:t>
            </a:r>
          </a:p>
          <a:p>
            <a:pPr marL="0" indent="0">
              <a:buNone/>
            </a:pPr>
            <a:r>
              <a:rPr lang="en-US" dirty="0"/>
              <a:t>Silently watches you and records your keystrokes and passwords.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AU" b="1" dirty="0" smtClean="0"/>
          </a:p>
          <a:p>
            <a:pPr marL="0" indent="0">
              <a:buNone/>
            </a:pPr>
            <a:endParaRPr lang="en-AU" b="1" dirty="0" smtClean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44104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Hacking the Human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515" y="1294645"/>
            <a:ext cx="8946541" cy="489943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Why break the password when you can simply ask for it? The attacker fools a person instead of a computer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Phishing: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     Fake </a:t>
            </a:r>
            <a:r>
              <a:rPr lang="en-US" dirty="0"/>
              <a:t>email or SMS asking you to log in on a fake </a:t>
            </a:r>
            <a:r>
              <a:rPr lang="en-US" dirty="0" smtClean="0"/>
              <a:t>page</a:t>
            </a:r>
          </a:p>
          <a:p>
            <a:r>
              <a:rPr lang="en-US" b="1" dirty="0" err="1" smtClean="0"/>
              <a:t>Vishing</a:t>
            </a:r>
            <a:r>
              <a:rPr lang="en-US" b="1" dirty="0" smtClean="0"/>
              <a:t>: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     A </a:t>
            </a:r>
            <a:r>
              <a:rPr lang="en-US" dirty="0"/>
              <a:t>phone call: “I am from the IT department, tell me your password</a:t>
            </a:r>
            <a:r>
              <a:rPr lang="en-US" dirty="0" smtClean="0"/>
              <a:t>.</a:t>
            </a:r>
          </a:p>
          <a:p>
            <a:r>
              <a:rPr lang="en-US" b="1" dirty="0"/>
              <a:t>Spear </a:t>
            </a:r>
            <a:r>
              <a:rPr lang="en-US" b="1" dirty="0" smtClean="0"/>
              <a:t>phishing: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dirty="0" err="1"/>
              <a:t>personalised</a:t>
            </a:r>
            <a:r>
              <a:rPr lang="en-US" dirty="0"/>
              <a:t> message using your real name, department and boss's </a:t>
            </a:r>
            <a:r>
              <a:rPr lang="en-US" dirty="0" smtClean="0"/>
              <a:t>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name.</a:t>
            </a:r>
            <a:endParaRPr lang="en-US" dirty="0"/>
          </a:p>
          <a:p>
            <a:r>
              <a:rPr lang="en-US" b="1" dirty="0" smtClean="0"/>
              <a:t>Tailgating: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     Walking </a:t>
            </a:r>
            <a:r>
              <a:rPr lang="en-US" dirty="0"/>
              <a:t>into a restricted room behind someone who has a </a:t>
            </a:r>
            <a:r>
              <a:rPr lang="en-US" dirty="0" smtClean="0"/>
              <a:t>card.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147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sz="4400" b="1" kern="0" spc="120" dirty="0">
                <a:solidFill>
                  <a:srgbClr val="FCA3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PHISHING EMAIL YOU MAY RECEIVE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From: security@un1versity-okara.com</a:t>
            </a:r>
          </a:p>
          <a:p>
            <a:pPr marL="0" indent="0">
              <a:buNone/>
            </a:pPr>
            <a:r>
              <a:rPr lang="en-US" dirty="0"/>
              <a:t>Subject: URGENT - Account will be closed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Dear Student,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Your portal account expires in 24 HOURS.</a:t>
            </a:r>
          </a:p>
          <a:p>
            <a:pPr marL="0" indent="0">
              <a:buNone/>
            </a:pPr>
            <a:r>
              <a:rPr lang="en-US" dirty="0"/>
              <a:t>Click below and confirm your password now: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http://okara-portal-login.xyz/verify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IT Helpdesk</a:t>
            </a:r>
          </a:p>
        </p:txBody>
      </p:sp>
    </p:spTree>
    <p:extLst>
      <p:ext uri="{BB962C8B-B14F-4D97-AF65-F5344CB8AC3E}">
        <p14:creationId xmlns:p14="http://schemas.microsoft.com/office/powerpoint/2010/main" val="3033981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sz="4400" b="1" kern="0" spc="120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WARNING SIGNS</a:t>
            </a:r>
            <a:endParaRPr lang="en-US" sz="44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3312" y="1647732"/>
            <a:ext cx="8946541" cy="2942375"/>
          </a:xfrm>
        </p:spPr>
        <p:txBody>
          <a:bodyPr/>
          <a:lstStyle/>
          <a:p>
            <a:r>
              <a:rPr lang="en-US" dirty="0"/>
              <a:t>Strange spelling in the address (un1versity)</a:t>
            </a:r>
          </a:p>
          <a:p>
            <a:r>
              <a:rPr lang="en-US" dirty="0"/>
              <a:t>Urgency and fear — “24 hours”</a:t>
            </a:r>
          </a:p>
          <a:p>
            <a:r>
              <a:rPr lang="en-US" dirty="0"/>
              <a:t>Asking for a password (real IT never does)</a:t>
            </a:r>
          </a:p>
          <a:p>
            <a:r>
              <a:rPr lang="en-US" dirty="0"/>
              <a:t>A link that does not match the real site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7838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Attacks on the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224" y="1466662"/>
            <a:ext cx="9334629" cy="47817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AU" b="1" dirty="0" err="1"/>
              <a:t>DoS</a:t>
            </a:r>
            <a:r>
              <a:rPr lang="en-AU" b="1" dirty="0"/>
              <a:t> / </a:t>
            </a:r>
            <a:r>
              <a:rPr lang="en-AU" b="1" dirty="0" err="1" smtClean="0"/>
              <a:t>DDoS</a:t>
            </a:r>
            <a:r>
              <a:rPr lang="en-AU" b="1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 Thousands </a:t>
            </a:r>
            <a:r>
              <a:rPr lang="en-US" dirty="0"/>
              <a:t>of fake requests flood a server until real users cannot get </a:t>
            </a:r>
            <a:r>
              <a:rPr lang="en-US" dirty="0" smtClean="0"/>
              <a:t>in              Breaks </a:t>
            </a:r>
            <a:r>
              <a:rPr lang="en-US" dirty="0"/>
              <a:t>Availability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Sniffing:</a:t>
            </a:r>
          </a:p>
          <a:p>
            <a:pPr marL="0" indent="0">
              <a:buNone/>
            </a:pPr>
            <a:r>
              <a:rPr lang="en-US" dirty="0" smtClean="0"/>
              <a:t> Free Wi-Fi named “</a:t>
            </a:r>
            <a:r>
              <a:rPr lang="en-US" dirty="0" err="1" smtClean="0"/>
              <a:t>Free_Campus_WiFi</a:t>
            </a:r>
            <a:r>
              <a:rPr lang="en-US" dirty="0" smtClean="0"/>
              <a:t>” captures everything you type            on it.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Man-in-the-Middle: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The attacker sits between you and the website, reading and even changing the messages.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Spoofing: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Pretending to be a trusted IP address, email address or website.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0472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Attacks on Passwords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154" y="1774479"/>
            <a:ext cx="9515699" cy="4473920"/>
          </a:xfrm>
        </p:spPr>
        <p:txBody>
          <a:bodyPr/>
          <a:lstStyle/>
          <a:p>
            <a:r>
              <a:rPr lang="en-AU" b="1" dirty="0"/>
              <a:t>Brute </a:t>
            </a:r>
            <a:r>
              <a:rPr lang="en-AU" b="1" dirty="0" smtClean="0"/>
              <a:t>force:</a:t>
            </a:r>
          </a:p>
          <a:p>
            <a:pPr marL="0" indent="0">
              <a:buNone/>
            </a:pPr>
            <a:r>
              <a:rPr lang="en-US" dirty="0"/>
              <a:t>Try every possible combination until one works.</a:t>
            </a:r>
          </a:p>
          <a:p>
            <a:r>
              <a:rPr lang="en-AU" b="1" dirty="0"/>
              <a:t>Dictionary </a:t>
            </a:r>
            <a:r>
              <a:rPr lang="en-AU" b="1" dirty="0" smtClean="0"/>
              <a:t>attack:</a:t>
            </a:r>
            <a:endParaRPr lang="en-AU" b="1" dirty="0"/>
          </a:p>
          <a:p>
            <a:pPr marL="0" indent="0">
              <a:buNone/>
            </a:pPr>
            <a:r>
              <a:rPr lang="en-US" dirty="0"/>
              <a:t>Try common words: password, 123456, </a:t>
            </a:r>
            <a:r>
              <a:rPr lang="en-US" dirty="0" err="1"/>
              <a:t>pakistan</a:t>
            </a:r>
            <a:r>
              <a:rPr lang="en-US" dirty="0"/>
              <a:t>, </a:t>
            </a:r>
            <a:r>
              <a:rPr lang="en-US" dirty="0" err="1" smtClean="0"/>
              <a:t>iloveyou</a:t>
            </a:r>
            <a:endParaRPr lang="en-US" dirty="0" smtClean="0"/>
          </a:p>
          <a:p>
            <a:r>
              <a:rPr lang="en-AU" b="1" dirty="0"/>
              <a:t>Credential </a:t>
            </a:r>
            <a:r>
              <a:rPr lang="en-AU" b="1" dirty="0" smtClean="0"/>
              <a:t>stuffing:</a:t>
            </a:r>
            <a:endParaRPr lang="en-AU" b="1" dirty="0"/>
          </a:p>
          <a:p>
            <a:pPr marL="0" indent="0">
              <a:buNone/>
            </a:pPr>
            <a:r>
              <a:rPr lang="en-US" dirty="0"/>
              <a:t>Use a password leaked from one site to enter another.</a:t>
            </a:r>
          </a:p>
          <a:p>
            <a:r>
              <a:rPr lang="en-AU" b="1" dirty="0"/>
              <a:t>Rainbow </a:t>
            </a:r>
            <a:r>
              <a:rPr lang="en-AU" b="1" dirty="0" smtClean="0"/>
              <a:t>tables:</a:t>
            </a:r>
            <a:endParaRPr lang="en-AU" b="1" dirty="0"/>
          </a:p>
          <a:p>
            <a:pPr marL="0" indent="0">
              <a:buNone/>
            </a:pPr>
            <a:r>
              <a:rPr lang="en-US" dirty="0"/>
              <a:t>Pre-computed hashes used to reverse stolen password files.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36719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 Weaknesses Come </a:t>
            </a:r>
            <a:r>
              <a:rPr lang="en-US" dirty="0" smtClean="0"/>
              <a:t>From</a:t>
            </a:r>
            <a:r>
              <a:rPr lang="en-US" sz="4400" b="1" dirty="0">
                <a:solidFill>
                  <a:schemeClr val="tx1">
                    <a:lumMod val="95000"/>
                  </a:schemeClr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?</a:t>
            </a:r>
            <a:r>
              <a:rPr lang="en-US" sz="4400" dirty="0"/>
              <a:t/>
            </a:r>
            <a:br>
              <a:rPr lang="en-US" sz="44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101" y="2052918"/>
            <a:ext cx="9524752" cy="4195481"/>
          </a:xfrm>
        </p:spPr>
        <p:txBody>
          <a:bodyPr/>
          <a:lstStyle/>
          <a:p>
            <a:r>
              <a:rPr lang="en-AU" b="1" dirty="0"/>
              <a:t>Unpatched </a:t>
            </a:r>
            <a:r>
              <a:rPr lang="en-AU" b="1" dirty="0" smtClean="0"/>
              <a:t>software:</a:t>
            </a:r>
            <a:endParaRPr lang="en-AU" b="1" dirty="0"/>
          </a:p>
          <a:p>
            <a:pPr marL="0" indent="0">
              <a:buNone/>
            </a:pPr>
            <a:r>
              <a:rPr lang="en-US" dirty="0"/>
              <a:t>Old Windows, old plugins, old PHP. The fix exists — nobody installed it.</a:t>
            </a:r>
          </a:p>
          <a:p>
            <a:r>
              <a:rPr lang="en-AU" b="1" dirty="0"/>
              <a:t>Untrained </a:t>
            </a:r>
            <a:r>
              <a:rPr lang="en-AU" b="1" dirty="0" smtClean="0"/>
              <a:t>people:</a:t>
            </a:r>
            <a:endParaRPr lang="en-AU" b="1" dirty="0"/>
          </a:p>
          <a:p>
            <a:pPr marL="0" indent="0">
              <a:buNone/>
            </a:pPr>
            <a:r>
              <a:rPr lang="en-US" dirty="0"/>
              <a:t>Staff who click links, share passwords or plug in unknown USB drives.</a:t>
            </a:r>
          </a:p>
          <a:p>
            <a:r>
              <a:rPr lang="en-AU" b="1" dirty="0"/>
              <a:t>Weak </a:t>
            </a:r>
            <a:r>
              <a:rPr lang="en-AU" b="1" dirty="0" smtClean="0"/>
              <a:t>password:</a:t>
            </a:r>
          </a:p>
          <a:p>
            <a:pPr marL="0" indent="0">
              <a:buNone/>
            </a:pPr>
            <a:r>
              <a:rPr lang="en-US" dirty="0" smtClean="0"/>
              <a:t>Simple and  </a:t>
            </a:r>
            <a:r>
              <a:rPr lang="en-US" dirty="0"/>
              <a:t>one password for everything</a:t>
            </a:r>
            <a:r>
              <a:rPr lang="en-US" dirty="0" smtClean="0"/>
              <a:t>.</a:t>
            </a:r>
          </a:p>
          <a:p>
            <a:r>
              <a:rPr lang="en-US" b="1" dirty="0"/>
              <a:t>No </a:t>
            </a:r>
            <a:r>
              <a:rPr lang="en-US" b="1" dirty="0" smtClean="0"/>
              <a:t>backup: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One </a:t>
            </a:r>
            <a:r>
              <a:rPr lang="en-US" dirty="0" err="1"/>
              <a:t>ransomware</a:t>
            </a:r>
            <a:r>
              <a:rPr lang="en-US" dirty="0"/>
              <a:t> attack and the data is gone forever.</a:t>
            </a:r>
          </a:p>
          <a:p>
            <a:endParaRPr lang="en-US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96168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 </a:t>
            </a:r>
            <a:r>
              <a:rPr lang="en-AU" dirty="0"/>
              <a:t>Identify: Threat or </a:t>
            </a:r>
            <a:r>
              <a:rPr lang="en-AU" dirty="0" smtClean="0"/>
              <a:t>Vulnerability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A </a:t>
            </a:r>
            <a:r>
              <a:rPr lang="en-AU" dirty="0"/>
              <a:t>hacker tries to enter the university website → </a:t>
            </a:r>
            <a:r>
              <a:rPr lang="en-AU" dirty="0" smtClean="0"/>
              <a:t>THREAT</a:t>
            </a:r>
          </a:p>
          <a:p>
            <a:r>
              <a:rPr lang="en-AU" dirty="0" smtClean="0"/>
              <a:t>The </a:t>
            </a:r>
            <a:r>
              <a:rPr lang="en-AU" dirty="0"/>
              <a:t>website has a weak password → </a:t>
            </a:r>
            <a:r>
              <a:rPr lang="en-AU" dirty="0" smtClean="0"/>
              <a:t>VULNERABILITY</a:t>
            </a:r>
          </a:p>
          <a:p>
            <a:r>
              <a:rPr lang="en-AU" dirty="0" smtClean="0"/>
              <a:t>Malware </a:t>
            </a:r>
            <a:r>
              <a:rPr lang="en-AU" dirty="0"/>
              <a:t>tries to damage files → </a:t>
            </a:r>
            <a:r>
              <a:rPr lang="en-AU" dirty="0" smtClean="0"/>
              <a:t>THREAT</a:t>
            </a:r>
          </a:p>
          <a:p>
            <a:r>
              <a:rPr lang="en-AU" dirty="0" smtClean="0"/>
              <a:t>Old </a:t>
            </a:r>
            <a:r>
              <a:rPr lang="en-AU" dirty="0"/>
              <a:t>software has an unpatched security weakness → VULNERABILITY</a:t>
            </a:r>
          </a:p>
        </p:txBody>
      </p:sp>
    </p:spTree>
    <p:extLst>
      <p:ext uri="{BB962C8B-B14F-4D97-AF65-F5344CB8AC3E}">
        <p14:creationId xmlns:p14="http://schemas.microsoft.com/office/powerpoint/2010/main" val="20464922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212</TotalTime>
  <Words>717</Words>
  <Application>Microsoft Office PowerPoint</Application>
  <PresentationFormat>Widescreen</PresentationFormat>
  <Paragraphs>113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</vt:lpstr>
      <vt:lpstr>Century Gothic</vt:lpstr>
      <vt:lpstr>Courier New</vt:lpstr>
      <vt:lpstr>Wingdings</vt:lpstr>
      <vt:lpstr>Wingdings 3</vt:lpstr>
      <vt:lpstr>Ion</vt:lpstr>
      <vt:lpstr>Security threats and vulnerabilities</vt:lpstr>
      <vt:lpstr>PowerPoint Presentation</vt:lpstr>
      <vt:lpstr>PowerPoint Presentation</vt:lpstr>
      <vt:lpstr>Who Are the Attackers ?</vt:lpstr>
      <vt:lpstr>The Malware Family</vt:lpstr>
      <vt:lpstr>Hacking the Human</vt:lpstr>
      <vt:lpstr>A PHISHING EMAIL YOU MAY RECEIVE</vt:lpstr>
      <vt:lpstr>FOUR WARNING SIGNS</vt:lpstr>
      <vt:lpstr>Attacks on the Network</vt:lpstr>
      <vt:lpstr>Attacks on Passwords</vt:lpstr>
      <vt:lpstr>Where Do Weaknesses Come From? </vt:lpstr>
      <vt:lpstr> Identify: Threat or Vulnerability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 threats and vulnerabilities</dc:title>
  <dc:creator>PMYLS</dc:creator>
  <cp:lastModifiedBy>PMYLS</cp:lastModifiedBy>
  <cp:revision>24</cp:revision>
  <dcterms:created xsi:type="dcterms:W3CDTF">2026-09-24T07:49:56Z</dcterms:created>
  <dcterms:modified xsi:type="dcterms:W3CDTF">2026-09-24T11:22:32Z</dcterms:modified>
</cp:coreProperties>
</file>